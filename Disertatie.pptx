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75670-DC45-5ADE-ED5D-33FE24ADF5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5E0774-F0B5-3850-36DD-B979A327D7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C272B-A420-C28F-3A07-5CCDC938E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BA4EF-633A-4CEB-0A9D-1B8F04213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05D92-EA81-0920-30FB-350FD158F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824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BD083-85C6-AF1F-B673-EF472FD8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03D22-791F-30D4-1F62-90E753A03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6CBBE-DDEB-C52A-3735-2446F340B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F38BE-7800-43AE-BD46-608300106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92BD6-0855-EA26-FB8D-D731D60F2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18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154E2-284F-B9CD-753C-14160AC20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CCB58-8FB7-BBA8-387A-F57831EF5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711BC-3ABE-2745-932D-3E844FFEA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9C816-99F6-E6F4-2582-32C89D5F0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41326-59A4-7F87-7B8A-6604EA996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500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C3887-C97F-75B9-2907-2702D3A66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29040-7815-DB0B-3C24-CB27817B9E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5EC911-79CA-B675-764D-0C65ED5575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8EF937-D46E-DE9E-B198-4F82F4466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90290-2EAB-9A66-552A-C24F902D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E0C17B-8D90-C9CE-0E8B-B65AF8675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967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670D0-43B6-87E0-FC3B-0FBFEC722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CF1034-A25A-1822-552E-DC1E10526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D9F41-AD81-4E7D-8C8B-FC30386E4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7D237D-7747-2D24-D7F8-F7CE090A9A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61D94C-27E8-4246-2072-FE6D72880A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8B3D9B-1628-5501-FBF9-2D408977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76E757-1CAE-18CF-72C8-BEB7B8805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13DFFA-24F8-0A12-FCF6-4DD443215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655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B886F-595C-8457-FD38-56806A075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AC63B6-837A-8A45-1481-C69AB2B3D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ED3AAD-1B07-4980-8D05-60F1D9CFE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E8AAF-1493-D409-6EBC-3603D3A4F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97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2AE3F7-CB29-8F16-48C5-E6C19D6C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FDF5BC-2C5D-2D05-AAB6-E98272BC9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392E0-C14C-3D54-608D-2162AB9B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80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E09B-DF68-F40A-4DC6-9C5CF7F27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7DBA9-284E-B303-708B-4155327C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BEA20F-C0EA-F165-F6A3-8E2A54356E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46A2-6821-9815-B5F7-64D268AA7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E8EE31-553D-A8F6-AFF7-FD35BDDDD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B6F045-7854-2C4C-D2FC-C5D474F0F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234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80C8F-5028-30FB-6C31-72F42B226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9A7081-BE12-A693-14E2-18C3081F9F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83019C-C8D2-686B-3B33-451E1DBC49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EB898E-852D-C936-F1E1-2688424F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D0D34-3E23-83C1-082D-D0ACB0353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29AB8-DBD2-FCBC-D903-39253413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748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B6F30-1976-36A8-8E06-CA73E004F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FE4142-6C40-FB49-4B87-AD7D804F43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E42505-D86B-C54E-EAC7-9456DC7F9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BDAAD-3489-9D47-1AE8-8317D5A15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C6F8C-6ABD-A31A-8381-FEB2BB5EC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98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D841DA-589B-0B1A-13E1-CAE6C8DF9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7DA59-4BAC-6125-B49F-6D51D1CA15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FB18D-3D65-A557-7054-884A90E99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8797D-45BC-9452-1730-3A6400F23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0CACA-EA17-C2B8-1C4F-23B7845CD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49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58E595-D471-F1B9-6E54-7A52A167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F9F1C3-1A1C-5F80-5091-DA905DA66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12B56-73CE-4A3B-3967-08F2CD70CC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8CDCF9-7AF0-4C83-B794-0F1B8584E2C1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F1C846-2807-B49F-AC3A-DFDC86C34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82527-980C-4F41-2DC5-113B38E708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909975-D9EB-49D7-831C-C51308A064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268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53F9BD7-F4A4-2492-3133-4B9361064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77" y="2523307"/>
            <a:ext cx="1628503" cy="1628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465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2</cp:revision>
  <dcterms:created xsi:type="dcterms:W3CDTF">2025-11-19T21:27:08Z</dcterms:created>
  <dcterms:modified xsi:type="dcterms:W3CDTF">2025-11-19T21:42:55Z</dcterms:modified>
</cp:coreProperties>
</file>