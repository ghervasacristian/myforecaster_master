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5670-DC45-5ADE-ED5D-33FE24ADF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E0774-F0B5-3850-36DD-B979A327D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C272B-A420-C28F-3A07-5CCDC938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BA4EF-633A-4CEB-0A9D-1B8F0421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05D92-EA81-0920-30FB-350FD158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2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BD083-85C6-AF1F-B673-EF472FD85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3D22-791F-30D4-1F62-90E753A03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CBBE-DDEB-C52A-3735-2446F340B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F38BE-7800-43AE-BD46-60830010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92BD6-0855-EA26-FB8D-D731D60F2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1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54E2-284F-B9CD-753C-14160AC20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CCB58-8FB7-BBA8-387A-F57831EF5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711BC-3ABE-2745-932D-3E844FFEA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9C816-99F6-E6F4-2582-32C89D5F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41326-59A4-7F87-7B8A-6604EA996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0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3887-C97F-75B9-2907-2702D3A66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29040-7815-DB0B-3C24-CB27817B9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EC911-79CA-B675-764D-0C65ED557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EF937-D46E-DE9E-B198-4F82F446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90290-2EAB-9A66-552A-C24F902D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0C17B-8D90-C9CE-0E8B-B65AF867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67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70D0-43B6-87E0-FC3B-0FBFEC72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F1034-A25A-1822-552E-DC1E10526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D9F41-AD81-4E7D-8C8B-FC30386E4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D237D-7747-2D24-D7F8-F7CE090A9A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61D94C-27E8-4246-2072-FE6D72880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B3D9B-1628-5501-FBF9-2D408977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76E757-1CAE-18CF-72C8-BEB7B880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13DFFA-24F8-0A12-FCF6-4DD443215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5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886F-595C-8457-FD38-56806A07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AC63B6-837A-8A45-1481-C69AB2B3D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D3AAD-1B07-4980-8D05-60F1D9CF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E8AAF-1493-D409-6EBC-3603D3A4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9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2AE3F7-CB29-8F16-48C5-E6C19D6C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DF5BC-2C5D-2D05-AAB6-E98272BC9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392E0-C14C-3D54-608D-2162AB9B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8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E09B-DF68-F40A-4DC6-9C5CF7F2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7DBA9-284E-B303-708B-4155327C5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EA20F-C0EA-F165-F6A3-8E2A54356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F46A2-6821-9815-B5F7-64D268AA7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8EE31-553D-A8F6-AFF7-FD35BDDD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6F045-7854-2C4C-D2FC-C5D474F0F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34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0C8F-5028-30FB-6C31-72F42B226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9A7081-BE12-A693-14E2-18C3081F9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3019C-C8D2-686B-3B33-451E1DBC4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B898E-852D-C936-F1E1-2688424F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D0D34-3E23-83C1-082D-D0ACB035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29AB8-DBD2-FCBC-D903-39253413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48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6F30-1976-36A8-8E06-CA73E004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FE4142-6C40-FB49-4B87-AD7D804F4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42505-D86B-C54E-EAC7-9456DC7F9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BDAAD-3489-9D47-1AE8-8317D5A1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C6F8C-6ABD-A31A-8381-FEB2BB5E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9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D841DA-589B-0B1A-13E1-CAE6C8DF9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7DA59-4BAC-6125-B49F-6D51D1CA1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FB18D-3D65-A557-7054-884A90E9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8797D-45BC-9452-1730-3A6400F2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0CACA-EA17-C2B8-1C4F-23B7845CD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58E595-D471-F1B9-6E54-7A52A1677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9F1C3-1A1C-5F80-5091-DA905DA66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12B56-73CE-4A3B-3967-08F2CD70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CDCF9-7AF0-4C83-B794-0F1B8584E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1C846-2807-B49F-AC3A-DFDC86C34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82527-980C-4F41-2DC5-113B38E70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09975-D9EB-49D7-831C-C51308A06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68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ilde.town/~kzimmermann/articles/alpine_linux_desktop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3F9BD7-F4A4-2492-3133-4B9361064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776" y="2614748"/>
            <a:ext cx="1628503" cy="1628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9920AC-3D9C-46B3-6EA3-DC006F47D6E7}"/>
              </a:ext>
            </a:extLst>
          </p:cNvPr>
          <p:cNvSpPr txBox="1"/>
          <p:nvPr/>
        </p:nvSpPr>
        <p:spPr>
          <a:xfrm>
            <a:off x="7350034" y="6488668"/>
            <a:ext cx="513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https://wiki.alpinelinux.org/wiki/Raspberry_Pi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45A43-262E-7FEE-1B67-2353011522B7}"/>
              </a:ext>
            </a:extLst>
          </p:cNvPr>
          <p:cNvSpPr txBox="1"/>
          <p:nvPr/>
        </p:nvSpPr>
        <p:spPr>
          <a:xfrm>
            <a:off x="0" y="6488668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https://tilde.town/~kzimmermann/articles/alpine_linux_desktop.html</a:t>
            </a:r>
            <a:r>
              <a:rPr lang="en-US" dirty="0"/>
              <a:t>      -&gt;</a:t>
            </a:r>
          </a:p>
        </p:txBody>
      </p:sp>
    </p:spTree>
    <p:extLst>
      <p:ext uri="{BB962C8B-B14F-4D97-AF65-F5344CB8AC3E}">
        <p14:creationId xmlns:p14="http://schemas.microsoft.com/office/powerpoint/2010/main" val="872465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</cp:revision>
  <dcterms:created xsi:type="dcterms:W3CDTF">2025-11-19T21:27:08Z</dcterms:created>
  <dcterms:modified xsi:type="dcterms:W3CDTF">2025-12-03T09:45:05Z</dcterms:modified>
</cp:coreProperties>
</file>