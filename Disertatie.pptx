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14" autoAdjust="0"/>
    <p:restoredTop sz="94660"/>
  </p:normalViewPr>
  <p:slideViewPr>
    <p:cSldViewPr snapToGrid="0">
      <p:cViewPr varScale="1">
        <p:scale>
          <a:sx n="110" d="100"/>
          <a:sy n="110" d="100"/>
        </p:scale>
        <p:origin x="630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875670-DC45-5ADE-ED5D-33FE24ADF51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55E0774-F0B5-3850-36DD-B979A327D73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65C272B-A420-C28F-3A07-5CCDC938E1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8CDCF9-7AF0-4C83-B794-0F1B8584E2C1}" type="datetimeFigureOut">
              <a:rPr lang="en-US" smtClean="0"/>
              <a:t>12/3/2025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E0BA4EF-633A-4CEB-0A9D-1B8F042131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9705D92-EA81-0920-30FB-350FD158F6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909975-D9EB-49D7-831C-C51308A064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182405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0BD083-85C6-AF1F-B673-EF472FD850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303D22-791F-30D4-1F62-90E753A035B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2E6CBBE-DDEB-C52A-3735-2446F340BE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8CDCF9-7AF0-4C83-B794-0F1B8584E2C1}" type="datetimeFigureOut">
              <a:rPr lang="en-US" smtClean="0"/>
              <a:t>12/3/2025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CAF38BE-7800-43AE-BD46-6083001062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BA92BD6-0855-EA26-FB8D-D731D60F24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909975-D9EB-49D7-831C-C51308A064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751865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F154E2-284F-B9CD-753C-14160AC200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EACCB58-8FB7-BBA8-387A-F57831EF514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28711BC-3ABE-2745-932D-3E844FFEA8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8CDCF9-7AF0-4C83-B794-0F1B8584E2C1}" type="datetimeFigureOut">
              <a:rPr lang="en-US" smtClean="0"/>
              <a:t>12/3/2025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A39C816-99F6-E6F4-2582-32C89D5F06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7041326-59A4-7F87-7B8A-6604EA996A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909975-D9EB-49D7-831C-C51308A064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250060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AC3887-C97F-75B9-2907-2702D3A661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529040-7815-DB0B-3C24-CB27817B9E4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A5EC911-79CA-B675-764D-0C65ED55756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28EF937-D46E-DE9E-B198-4F82F4466D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8CDCF9-7AF0-4C83-B794-0F1B8584E2C1}" type="datetimeFigureOut">
              <a:rPr lang="en-US" smtClean="0"/>
              <a:t>12/3/2025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8790290-2EAB-9A66-552A-C24F902D78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2E0C17B-8D90-C9CE-0E8B-B65AF86751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909975-D9EB-49D7-831C-C51308A064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496763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9670D0-43B6-87E0-FC3B-0FBFEC722A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2CF1034-A25A-1822-552E-DC1E10526BA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02D9F41-AD81-4E7D-8C8B-FC30386E42A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57D237D-7747-2D24-D7F8-F7CE090A9A7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B61D94C-27E8-4246-2072-FE6D72880A1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78B3D9B-1628-5501-FBF9-2D40897717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8CDCF9-7AF0-4C83-B794-0F1B8584E2C1}" type="datetimeFigureOut">
              <a:rPr lang="en-US" smtClean="0"/>
              <a:t>12/3/2025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176E757-1CAE-18CF-72C8-BEB7B88059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B13DFFA-24F8-0A12-FCF6-4DD4432156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909975-D9EB-49D7-831C-C51308A064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765594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CB886F-595C-8457-FD38-56806A0750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8AC63B6-837A-8A45-1481-C69AB2B3D1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8CDCF9-7AF0-4C83-B794-0F1B8584E2C1}" type="datetimeFigureOut">
              <a:rPr lang="en-US" smtClean="0"/>
              <a:t>12/3/2025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4ED3AAD-1B07-4980-8D05-60F1D9CFEB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08E8AAF-1493-D409-6EBC-3603D3A4FF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909975-D9EB-49D7-831C-C51308A064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549729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52AE3F7-CB29-8F16-48C5-E6C19D6CE7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8CDCF9-7AF0-4C83-B794-0F1B8584E2C1}" type="datetimeFigureOut">
              <a:rPr lang="en-US" smtClean="0"/>
              <a:t>12/3/2025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3FDF5BC-2C5D-2D05-AAB6-E98272BC94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4A392E0-C14C-3D54-608D-2162AB9B57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909975-D9EB-49D7-831C-C51308A064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498056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9FE09B-DF68-F40A-4DC6-9C5CF7F27B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A17DBA9-284E-B303-708B-4155327C5DE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3BEA20F-C0EA-F165-F6A3-8E2A54356EB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35F46A2-6821-9815-B5F7-64D268AA7E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8CDCF9-7AF0-4C83-B794-0F1B8584E2C1}" type="datetimeFigureOut">
              <a:rPr lang="en-US" smtClean="0"/>
              <a:t>12/3/2025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FE8EE31-553D-A8F6-AFF7-FD35BDDDDD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7B6F045-7854-2C4C-D2FC-C5D474F0FF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909975-D9EB-49D7-831C-C51308A064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323468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480C8F-5028-30FB-6C31-72F42B226D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B9A7081-BE12-A693-14E2-18C3081F9F9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D83019C-C8D2-686B-3B33-451E1DBC490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0EB898E-852D-C936-F1E1-2688424FD8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8CDCF9-7AF0-4C83-B794-0F1B8584E2C1}" type="datetimeFigureOut">
              <a:rPr lang="en-US" smtClean="0"/>
              <a:t>12/3/2025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1BD0D34-3E23-83C1-082D-D0ACB0353E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DA29AB8-DBD2-FCBC-D903-3925341352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909975-D9EB-49D7-831C-C51308A064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474862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5B6F30-1976-36A8-8E06-CA73E004F4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6FE4142-6C40-FB49-4B87-AD7D804F438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EE42505-D86B-C54E-EAC7-9456DC7F98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8CDCF9-7AF0-4C83-B794-0F1B8584E2C1}" type="datetimeFigureOut">
              <a:rPr lang="en-US" smtClean="0"/>
              <a:t>12/3/2025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27BDAAD-3489-9D47-1AE8-8317D5A15B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3FC6F8C-6ABD-A31A-8381-FEB2BB5EC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909975-D9EB-49D7-831C-C51308A064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859848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6D841DA-589B-0B1A-13E1-CAE6C8DF93F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8C7DA59-4BAC-6125-B49F-6D51D1CA151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5BFB18D-3D65-A557-7054-884A90E991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8CDCF9-7AF0-4C83-B794-0F1B8584E2C1}" type="datetimeFigureOut">
              <a:rPr lang="en-US" smtClean="0"/>
              <a:t>12/3/2025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EF8797D-45BC-9452-1730-3A6400F234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B40CACA-EA17-C2B8-1C4F-23B7845CDD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909975-D9EB-49D7-831C-C51308A064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84975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558E595-D471-F1B9-6E54-7A52A16773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8F9F1C3-1A1C-5F80-5091-DA905DA6632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D512B56-73CE-4A3B-3967-08F2CD70CC1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8CDCF9-7AF0-4C83-B794-0F1B8584E2C1}" type="datetimeFigureOut">
              <a:rPr lang="en-US" smtClean="0"/>
              <a:t>12/3/2025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3F1C846-2807-B49F-AC3A-DFDC86C343E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BF82527-980C-4F41-2DC5-113B38E708C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4909975-D9EB-49D7-831C-C51308A064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426862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D53F9BD7-F4A4-2492-3133-4B936106456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54776" y="2614748"/>
            <a:ext cx="1628503" cy="1628503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569920AC-3D9C-46B3-6EA3-DC006F47D6E7}"/>
              </a:ext>
            </a:extLst>
          </p:cNvPr>
          <p:cNvSpPr txBox="1"/>
          <p:nvPr/>
        </p:nvSpPr>
        <p:spPr>
          <a:xfrm>
            <a:off x="0" y="6488668"/>
            <a:ext cx="513805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https://wiki.alpinelinux.org/wiki/Raspberry_Pi</a:t>
            </a:r>
          </a:p>
        </p:txBody>
      </p:sp>
    </p:spTree>
    <p:extLst>
      <p:ext uri="{BB962C8B-B14F-4D97-AF65-F5344CB8AC3E}">
        <p14:creationId xmlns:p14="http://schemas.microsoft.com/office/powerpoint/2010/main" val="87246587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</TotalTime>
  <Words>13</Words>
  <Application>Microsoft Office PowerPoint</Application>
  <PresentationFormat>Widescreen</PresentationFormat>
  <Paragraphs>1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Admin</dc:creator>
  <cp:lastModifiedBy>Admin</cp:lastModifiedBy>
  <cp:revision>3</cp:revision>
  <dcterms:created xsi:type="dcterms:W3CDTF">2025-11-19T21:27:08Z</dcterms:created>
  <dcterms:modified xsi:type="dcterms:W3CDTF">2025-12-03T09:44:05Z</dcterms:modified>
</cp:coreProperties>
</file>